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4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Wasl PowerPoint QA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rendering and visual PDF export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7056F4"/>
          </a:solidFill>
          <a:ln w="12700">
            <a:solidFill>
              <a:srgbClr val="7056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94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only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977640" y="1856232"/>
            <a:ext cx="1188720" cy="1188720"/>
          </a:xfrm>
          <a:prstGeom prst="ellipse">
            <a:avLst/>
          </a:prstGeom>
          <a:solidFill>
            <a:srgbClr val="A8E7D2"/>
          </a:solidFill>
          <a:ln w="12700">
            <a:solidFill>
              <a:srgbClr val="62B9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2311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5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slides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5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8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opens locally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5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8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render to a visual PDF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5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8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upload or third-party conversion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154680"/>
            <a:ext cx="7680960" cy="0"/>
          </a:xfrm>
          <a:prstGeom prst="line">
            <a:avLst/>
          </a:prstGeom>
          <a:noFill/>
          <a:ln w="25400">
            <a:solidFill>
              <a:srgbClr val="D7D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01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4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fixture · non-sensitive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Wasl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Wasl PowerPoint QA</dc:title>
  <dc:subject>Non-sensitive local acceptance fixture</dc:subject>
  <dc:creator>Wasl QA</dc:creator>
  <cp:lastModifiedBy>Wasl QA</cp:lastModifiedBy>
  <cp:revision>1</cp:revision>
  <dcterms:created xsi:type="dcterms:W3CDTF">2026-08-23T06:27:08Z</dcterms:created>
  <dcterms:modified xsi:type="dcterms:W3CDTF">2026-08-23T06:27:08Z</dcterms:modified>
</cp:coreProperties>
</file>